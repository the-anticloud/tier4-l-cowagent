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L_COWAGENT</a:t>
            </a:r>
          </a:p>
          <a:p>
            <a:r>
              <a:t>Tier: TIER_4_INFERENCE_AGENTS</a:t>
            </a:r>
          </a:p>
          <a:p>
            <a:r>
              <a:t>Identity: Upstream camel-ai/camel @ 0106b76830c7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camel-ai/camel |</a:t>
            </a:r>
          </a:p>
          <a:p>
            <a:r>
              <a:t>| Commit | 0106b76830c707effe48cd3da384dda38cbed92e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145.41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L_COWAGENT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