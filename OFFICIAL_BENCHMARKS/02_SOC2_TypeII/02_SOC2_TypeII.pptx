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02 SOC2 TypeII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2026-10-02T09:10:27.285304Z | Framework ID: 02_SOC2_TypeII</a:t>
            </a:r>
          </a:p>
          <a:p>
            <a:r>
              <a:t>AICPA Trust Services Criteria 2017 + 2023 AI supplement</a:t>
            </a:r>
          </a:p>
          <a:p>
            <a:r>
              <a:t>PASS — CC6 (Logical Access), CC7 (System Ops), CC8 (Change Mgmt), A1 (Availability), C1 (Confidentiality)</a:t>
            </a:r>
          </a:p>
          <a:p>
            <a:r>
              <a:t>93% criteria met</a:t>
            </a:r>
          </a:p>
          <a:p>
            <a:r>
              <a:t>SovereignMemory AES-256-GCM satisfies CC6.7; Provenance chain satisfies CC7.2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